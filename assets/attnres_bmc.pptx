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754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0"/>
            <a:ext cx="5486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0" y="0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B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AttnRes — Attention Residuals  |  MoonshotAI  |  April 2026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1440" y="566928"/>
            <a:ext cx="196596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" y="566928"/>
            <a:ext cx="1965960" cy="274320"/>
          </a:xfrm>
          <a:prstGeom prst="rect">
            <a:avLst/>
          </a:prstGeom>
          <a:solidFill>
            <a:srgbClr val="3D5066"/>
          </a:solidFill>
          <a:ln w="12700">
            <a:solidFill>
              <a:srgbClr val="3D50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" y="841248"/>
            <a:ext cx="50292" cy="2304288"/>
          </a:xfrm>
          <a:prstGeom prst="rect">
            <a:avLst/>
          </a:prstGeom>
          <a:solidFill>
            <a:srgbClr val="3D5066"/>
          </a:solidFill>
          <a:ln w="12700">
            <a:solidFill>
              <a:srgbClr val="3D50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" y="5669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01168" y="868680"/>
            <a:ext cx="181051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MoonshotAI / Kimi team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&amp; Hugging Face ecosystem contributors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GPU providers (AWS, GCP, Azure) for scale training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buyers seeking cost-efficient model training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community for benchmark validation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partners reproducing AttnRes results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148840" y="566928"/>
            <a:ext cx="1965960" cy="1252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566928"/>
            <a:ext cx="1965960" cy="274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48840" y="841248"/>
            <a:ext cx="50292" cy="9784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5669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258568" y="868680"/>
            <a:ext cx="181051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Depth-wise softmax attention research &amp; iteration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AttnRes scaling experiments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Codebase maintenance + 126-test regression suite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evaluation (GPQA, Math, HumanEval)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148840" y="1892808"/>
            <a:ext cx="1965960" cy="1252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48840" y="1892808"/>
            <a:ext cx="1965960" cy="274320"/>
          </a:xfrm>
          <a:prstGeom prst="rect">
            <a:avLst/>
          </a:prstGeom>
          <a:solidFill>
            <a:srgbClr val="3D5066"/>
          </a:solidFill>
          <a:ln w="12700">
            <a:solidFill>
              <a:srgbClr val="3D50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2167128"/>
            <a:ext cx="50292" cy="978408"/>
          </a:xfrm>
          <a:prstGeom prst="rect">
            <a:avLst/>
          </a:prstGeom>
          <a:solidFill>
            <a:srgbClr val="3D5066"/>
          </a:solidFill>
          <a:ln w="12700">
            <a:solidFill>
              <a:srgbClr val="3D50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57984" y="18928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258568" y="2194560"/>
            <a:ext cx="181051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AttnRes PyTorch codebase (MIT)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Linear 48B / 3B activated, 1.4T tokens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report (arXiv:2603.15031)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Tiny-Shakespeare &amp; vision (MNIST/CIFAR) pipelines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206240" y="566928"/>
            <a:ext cx="237744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06240" y="566928"/>
            <a:ext cx="237744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841248"/>
            <a:ext cx="50292" cy="230428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15384" y="566928"/>
            <a:ext cx="235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315968" y="868680"/>
            <a:ext cx="222199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training cost reduction — same quality at 0.8× compute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residual replacement — one YAML flag, no pipeline changes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hidden-state magnitudes — no PreNorm dilution at depth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Selective depth aggregation — layers attend to all prior outputs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&lt;2% inference latency overhead (Block AttnRes)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+7.5 pt GPQA-Diamond · +3.6 pt Math · +3.1 pt HumanEval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reproducibility — timestamped CSV logs + dual checkpoints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vision (MNIST/CIFAR) and LM (Shakespeare) tasks supported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6675120" y="566928"/>
            <a:ext cx="1965960" cy="1252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75120" y="566928"/>
            <a:ext cx="1965960" cy="2743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841248"/>
            <a:ext cx="50292" cy="9784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84264" y="56692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784848" y="868680"/>
            <a:ext cx="181051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self-service via GitHub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documentation + SVG architecture diagrams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Per-epoch generation preview builds trust in LM quality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suite for stakeholder reporting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675120" y="1892808"/>
            <a:ext cx="1965960" cy="12527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0" y="1892808"/>
            <a:ext cx="19659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2167128"/>
            <a:ext cx="50292" cy="9784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84264" y="1892808"/>
            <a:ext cx="1947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784848" y="2194560"/>
            <a:ext cx="1810512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(open-source repository)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 pre-print (2603.15031)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Hub (dataset + models)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conferences &amp; enterprise sales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8732520" y="566928"/>
            <a:ext cx="3337560" cy="257860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732520" y="566928"/>
            <a:ext cx="33375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32520" y="841248"/>
            <a:ext cx="50292" cy="230428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41664" y="566928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842248" y="868680"/>
            <a:ext cx="3182112" cy="2231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engineering teams at AI-first companies training LLMs or vision models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AI researchers studying depth-wise attention mechanisms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fine-tuning on domain corpora (legal, clinical, code)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research institutions running affordable LM benchmarks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Cloud-cost-sensitive teams needing 1.25× effective compute multiplier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using transformers ≥8 layers suffering from PreNorm dilution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91440" y="3218688"/>
            <a:ext cx="5897880" cy="1572768"/>
          </a:xfrm>
          <a:prstGeom prst="rect">
            <a:avLst/>
          </a:prstGeom>
          <a:solidFill>
            <a:srgbClr val="EDF1F9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" y="3218688"/>
            <a:ext cx="589788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0584" y="3218688"/>
            <a:ext cx="5879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01168" y="3520440"/>
            <a:ext cx="5696712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compute for training (dominant cost — AttnRes cuts this by ~20%)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Engineering: research, development, and testing of AttnRes operations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checkpoint storage, log management, CI/CD pipeline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cost of Block AttnRes op at inference: &lt;2% latency overhead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 &amp; preprocessing (HF Hub download + caching — one-time per run)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062472" y="3218688"/>
            <a:ext cx="6007608" cy="1572768"/>
          </a:xfrm>
          <a:prstGeom prst="rect">
            <a:avLst/>
          </a:prstGeom>
          <a:solidFill>
            <a:srgbClr val="EDF7F4"/>
          </a:solidFill>
          <a:ln w="6350">
            <a:solidFill>
              <a:srgbClr val="D0D8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62472" y="3218688"/>
            <a:ext cx="6007608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71616" y="3218688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172200" y="3520440"/>
            <a:ext cx="58064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/ enterprise support contracts for production AttnRes deployments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savings monetised as reduced cloud spend (~20% per training run)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Training-as-a-service: sell access to AttnRes-trained model checkpoints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/ integration services for MLOps pipeline adoption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grants and academic partnership funding</a:t>
            </a:r>
            <a:endParaRPr lang="en-US" sz="78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8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SLA tiers: guaranteed checkpoint reproducibility + benchmark reports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91440" y="6711696"/>
            <a:ext cx="1197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Chen et al. (2026) arXiv:2603.15031 · github.com/MoonshotAI/Attention-Residuals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AttnRes Business Model Canvas</dc:title>
  <dc:subject>PptxGenJS Presentation</dc:subject>
  <dc:creator>PptxGenJS</dc:creator>
  <cp:lastModifiedBy>PptxGenJS</cp:lastModifiedBy>
  <cp:revision>1</cp:revision>
  <dcterms:created xsi:type="dcterms:W3CDTF">2026-04-08T23:37:49Z</dcterms:created>
  <dcterms:modified xsi:type="dcterms:W3CDTF">2026-04-08T23:37:49Z</dcterms:modified>
</cp:coreProperties>
</file>